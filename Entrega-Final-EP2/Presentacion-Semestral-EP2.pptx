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FF9900"/>
                </a:solidFill>
              </a:defRPr>
            </a:pPr>
            <a:r>
              <a:t>Innovatech Chile: Proyecto Semestral DevOps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Evaluación Parcial 2 - Defensa Técnica</a:t>
            </a:r>
          </a:p>
          <a:p>
            <a:r>
              <a:t>Arquitectura Java Spring Boot &amp; React Vite en AWS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Contexto: Proyecto Semestral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Objetivo: Desplegar plataforma de microservicios en AWS.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Arquitectura: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1. Frontend React (Vite).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2. Backend Ventas (Java Spring Boot).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3. Backend Despachos (Java Spring Boot).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4. Database MySQL compartida.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Automatización total vía GitHub Actions a Amazon EC2.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[IE1/IE6] Diseño de Contenedorización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Backends (Java Maven):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Multi-stage: 'maven' compila, 'temurin-jre-alpine' corre.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Seguridad: Ejecutados con usuario 'spring' (non-root).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Frontend (React Vite):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Multi-stage: 'node' compila, Nginx sirve estáticos.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Seguridad: nginxinc/nginx-unprivileged (Puerto 8080).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Enrutamiento: Nginx actúa como Proxy Reverso (/api/*).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[IE2/IE6] Docker Compose y Persistencia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Orquestación (4 Servicios):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Red Interna: 'app-network' aísla microservicios.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Persistencia de Datos: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Elección: Named Volume ('tienda_db_data').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Justificación: Named Volumes aíslan datos del host Linux,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  mejorando la portabilidad y seguridad vs Bind Mounts.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Alta Disponibilidad: Datos sobreviven a redespliegues.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[IE3] Pipeline CI/CD: 3 Flujos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Pipelines Independientes por Microservicio: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cicd-tienda-frontend.yml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cicd-tienda-backend-ventas.yml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cicd-tienda-backend-despachos.yml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Flujo (Push a rama 'deploy'):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1. Build &amp; Push imagen a Amazon ECR.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2. Trigger SSM para EC2: Docker Compose Pull &amp; Up.</a:t>
            </a:r>
          </a:p>
        </p:txBody>
      </p:sp>
      <p:pic>
        <p:nvPicPr>
          <p:cNvPr id="4" name="Picture 3" descr="2-flujo-ci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3896264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[IE7] Justificación Técnica del Despliegue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¿Por qué Amazon ECR?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Integración nativa con IAM y latencia cero hacia EC2.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¿Por qué AWS Systems Manager (SSM)?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Permite comandos remotos automatizados en EC2.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• Innovatech Chile no necesita abrir puertos SSH al mundo,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  mitigando vulnerabilidades críticas en producción.</a:t>
            </a:r>
          </a:p>
        </p:txBody>
      </p:sp>
      <p:pic>
        <p:nvPicPr>
          <p:cNvPr id="4" name="Picture 3" descr="3-github-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6206177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[IE8] Principios DevOps Aplicados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1. Microservicios: Desacoplamiento Ventas/Despachos.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2. Shift-Left Security: Alpine Linux y usuarios Non-Root.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3. Entrega Continua: Lead Time minimizado con GH Actions.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4. IaC: Todo orquestado nativamente con Compose.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Escalabilidad: La arquitectura Spring Boot + React está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lista para la Nube.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[IE4/IE9] Funcionamiento de Microservicios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El Nginx (Frontend) es el único expuesto al público.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Ambos backends Spring Boot (8080 y 8081) y MySQL (3306)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están ocultos en la subred privada de Docker.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El Proxy de Nginx resuelve peticiones /api/ internamente.</a:t>
            </a:r>
          </a:p>
        </p:txBody>
      </p:sp>
      <p:pic>
        <p:nvPicPr>
          <p:cNvPr id="4" name="Picture 3" descr="5-app-fron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6206177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 b="1">
                <a:solidFill>
                  <a:srgbClr val="232F3E"/>
                </a:solidFill>
                <a:latin typeface="Arial"/>
              </a:defRPr>
            </a:pPr>
            <a:r>
              <a:t>Evidencia Técnica: Contenedores Vivos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Verificación mediante 'docker ps' y 'docker images'.</a:t>
            </a:r>
          </a:p>
          <a:p>
            <a:pPr>
              <a:spcAft>
                <a:spcPts val="1400"/>
              </a:spcAft>
              <a:defRPr sz="2000">
                <a:solidFill>
                  <a:srgbClr val="3C3C3C"/>
                </a:solidFill>
                <a:latin typeface="Arial"/>
              </a:defRPr>
            </a:pPr>
            <a:r>
              <a:t>Se aprecian 4 contenedores en ejecución paralela.</a:t>
            </a:r>
          </a:p>
        </p:txBody>
      </p:sp>
      <p:pic>
        <p:nvPicPr>
          <p:cNvPr id="4" name="Picture 3" descr="4-docker-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286000"/>
            <a:ext cx="2689411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Demostración Funcional en Vivo (IE9)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Navegación en Frontend React.</a:t>
            </a:r>
          </a:p>
          <a:p>
            <a:r>
              <a:t>2. Verificación de logs en Backends Java.</a:t>
            </a:r>
          </a:p>
          <a:p>
            <a:r>
              <a:t>3. Recuperación de base de datos MySQL (Named Volume).</a:t>
            </a:r>
          </a:p>
          <a:p>
            <a:r>
              <a:t>4. Despliegue CI/CD automático tras Git Push.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