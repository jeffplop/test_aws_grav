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FF9900"/>
                </a:solidFill>
              </a:defRPr>
            </a:pPr>
            <a:r>
              <a:t>Innovatech Chile: Proyecto Semestral DevOps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Evaluación Parcial 2 - Defensa Técnica</a:t>
            </a:r>
          </a:p>
          <a:p>
            <a:r>
              <a:t>Despliegue Automatizado en AWS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Contexto del Proyecto: Innovatech Chile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Objetivo: Desplegar la aplicación 'Tienda de Perritos' en AWS.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Requerimientos Clave: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1. Contenedorización de Frontend y Backend.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2. Persistencia de datos crítica.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3. Pipeline CI/CD en GitHub Actions.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4. Funcionamiento y Comunicación Segura en EC2.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[IE1/IE6] Diseño de Contenedorización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Backend (Node.js):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Multi-stage build: Reduce tamaño aislando dependencias.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Seguridad: Ejecutado con usuario 'node' (non-root).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Frontend (Nginx):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Multi-stage build: Compilación y Servidor.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Seguridad: nginxinc/nginx-unprivileged (Puerto 8080).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Optimización: Uso de imágenes Alpine Linux.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[IE2/IE6] Docker Compose y Persistencia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Red Interna: 'app-network' (Bridge DNS discovery).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Dependencias Seguras: Backend no inicia sin 'service_healthy' de DB.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Persistencia de Datos: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Elección: Named Volume ('db_data').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Justificación: Los Named Volumes aíslan los datos del host,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  mejorando la portabilidad y seguridad vs Bind Mounts.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Garantiza la continuidad operativa ante fallos.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[IE3] Pipeline CI/CD en GitHub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Triggers: Activación exclusiva en la rama 'deploy'.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Gestión de Secrets: 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Credenciales de AWS y Tokens protegidos.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Fases del Pipeline: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1. Build Docker (Multi-stage).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2. Push: Publicación en Amazon ECR.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3. Deploy: Actualización automática en Amazon EC2.</a:t>
            </a:r>
          </a:p>
        </p:txBody>
      </p:sp>
      <p:pic>
        <p:nvPicPr>
          <p:cNvPr id="4" name="Picture 3" descr="2-flujo-ci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389626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[IE7] Justificación Técnica del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¿Por qué Amazon ECR?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Integración nativa con IAM y menor latencia hacia EC2.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¿Por qué este diseño automatiza la entrega continua?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Elimina la intervención humana post-commit.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• AWS Systems Manager (SSM) despliega sin requerir abrir 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  el puerto 22 (SSH), mitigando riesgos críticos para Innovatech.</a:t>
            </a:r>
          </a:p>
        </p:txBody>
      </p:sp>
      <p:pic>
        <p:nvPicPr>
          <p:cNvPr id="4" name="Picture 3" descr="3-github-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6206177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[IE8] Principios DevOps Aplicados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A. Contenedorización: Docker resuelve el 'en mi máquina funciona'.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B. Gestión de Entornos: Configuración inyectada vía variables.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C. CI/CD: Automatización reduce el 'Lead Time for Changes'.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D. Control de Versiones: Git centralizado.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E. Persistencia Segura: Volúmenes externos al ciclo efímero.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Impacto: Favorece la escalabilidad y mantenibilidad en AWS.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[IE4/IE9] Funcionamiento en EC2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El contenedor Frontend opera públicamente respondiendo peticiones.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El Backend y Base de Datos están restringidos por Security Groups.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Los endpoints son consumidos exitosamente por la SPA estática.</a:t>
            </a:r>
          </a:p>
        </p:txBody>
      </p:sp>
      <p:pic>
        <p:nvPicPr>
          <p:cNvPr id="4" name="Picture 3" descr="5-app-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6206177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32F3E"/>
                </a:solidFill>
                <a:latin typeface="Arial"/>
              </a:defRPr>
            </a:pPr>
            <a:r>
              <a:t>Evidencia Técnica: Contenedores Vivos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Verificación mediante 'docker ps' y 'docker volume ls'.</a:t>
            </a:r>
          </a:p>
          <a:p>
            <a:pPr>
              <a:spcAft>
                <a:spcPts val="1400"/>
              </a:spcAft>
              <a:defRPr sz="2000">
                <a:solidFill>
                  <a:srgbClr val="3C3C3C"/>
                </a:solidFill>
                <a:latin typeface="Arial"/>
              </a:defRPr>
            </a:pPr>
            <a:r>
              <a:t>Todos los contenedores muestran estado '(healthy)'.</a:t>
            </a:r>
          </a:p>
        </p:txBody>
      </p:sp>
      <p:pic>
        <p:nvPicPr>
          <p:cNvPr id="4" name="Picture 3" descr="4-docker-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2286000"/>
            <a:ext cx="2926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Demostración Funcional en Vivo (IE9)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Navegación al Frontend en IP Pública.</a:t>
            </a:r>
          </a:p>
          <a:p>
            <a:r>
              <a:t>2. Inserción de productos (Verificación de Backend).</a:t>
            </a:r>
          </a:p>
          <a:p>
            <a:r>
              <a:t>3. Eliminación de Contenedores y Recuperación (Verificación de Persistencia).</a:t>
            </a:r>
          </a:p>
          <a:p>
            <a:r>
              <a:t>4. Despliegue automático tras Git Push.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