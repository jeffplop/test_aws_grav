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Tienda Perritos: Arquitectura DevOps y CI/CD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Evaluación Parcial 2</a:t>
            </a:r>
          </a:p>
          <a:p>
            <a:r>
              <a:t>Defensa Técnica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Necesidad de un sistema escalable, resiliente y seguro frente a un monolito tradicional. Fricción en los despliegues manuales y pérdida de datos ante fallos.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 1: Frontend (Nginx)</a:t>
            </a:r>
          </a:p>
          <a:p>
            <a:r>
              <a:t>Capa 2: Backend API (NodeJS)</a:t>
            </a:r>
          </a:p>
          <a:p>
            <a:r>
              <a:t>Capa 3: Base de Datos (MySQL)</a:t>
            </a:r>
          </a:p>
          <a:p>
            <a:r>
              <a:t>Infraestructura: AWS EC2 y Security Groups.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y Contenerización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Empaquetado de dependencias.</a:t>
            </a:r>
          </a:p>
          <a:p>
            <a:r>
              <a:t>Aislamiento de procesos.</a:t>
            </a:r>
          </a:p>
          <a:p>
            <a:r>
              <a:t>Portabilidad garantizada entre ambientes locales y AWS.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Dockerfiles (Mejores Prácticas)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Multi-stage Build para reducir tamaño.</a:t>
            </a:r>
          </a:p>
          <a:p>
            <a:r>
              <a:t>- Imágenes Alpine (minimalistas).</a:t>
            </a:r>
          </a:p>
          <a:p>
            <a:r>
              <a:t>- Usuario Non-Root (Principio Menor Privilegio).</a:t>
            </a:r>
          </a:p>
          <a:p>
            <a:r>
              <a:t>- Healthchecks incorporados.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Orquestación: Docker Compose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 dedicada (app-network).</a:t>
            </a:r>
          </a:p>
          <a:p>
            <a:r>
              <a:t>- Variables de entorno explícitas.</a:t>
            </a:r>
          </a:p>
          <a:p>
            <a:r>
              <a:t>- Dependencias condicionadas (service_healthy).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Persistencia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Uso de Named Volumes (tienda_db_data).</a:t>
            </a:r>
          </a:p>
          <a:p>
            <a:r>
              <a:t>- Sobrevive a la eliminación de contenedores.</a:t>
            </a:r>
          </a:p>
          <a:p>
            <a:r>
              <a:t>- Desacoplamiento del estado de la base de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Cloud: AWS y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AWS EC2 como host de contenedores.</a:t>
            </a:r>
          </a:p>
          <a:p>
            <a:r>
              <a:t>- Puertos cerrados por defecto (Security Groups).</a:t>
            </a:r>
          </a:p>
          <a:p>
            <a:r>
              <a:t>- Amazon ECR para registro privado de imágenes.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CI/CD: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Activación condicional en rama 'deploy'.</a:t>
            </a:r>
          </a:p>
          <a:p>
            <a:r>
              <a:t>- Build modular (3 flujos independientes).</a:t>
            </a:r>
          </a:p>
          <a:p>
            <a:r>
              <a:t>- Tagging automático (latest, v1).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Automatizado (SSM)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Despliegue sin abrir puerto SSH (22).</a:t>
            </a:r>
          </a:p>
          <a:p>
            <a:r>
              <a:t>- Uso de AWS Systems Manager (Run Command).</a:t>
            </a:r>
          </a:p>
          <a:p>
            <a:r>
              <a:t>- Actualización de contenedores sin intervención.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[Inserte su Captura de EC2 / ECR aquí]</a:t>
            </a:r>
          </a:p>
          <a:p>
            <a:r>
              <a:t>La instancia responde correctamente a la integración externa.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[Inserte su Captura de docker ps / images aquí]</a:t>
            </a:r>
          </a:p>
          <a:p>
            <a:r>
              <a:t>Contenedores corriendo, redes unidas y volúmenes montados.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 Aplicación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[Inserte Captura de la Tienda aquí]</a:t>
            </a:r>
          </a:p>
          <a:p>
            <a:r>
              <a:t>Frontend comunicándose con la base de datos a través del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Principios DevOps Aplicados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Infraestructura como Código (docker-compose).</a:t>
            </a:r>
          </a:p>
          <a:p>
            <a:r>
              <a:t>- Entrega Continua (CI/CD pipeline).</a:t>
            </a:r>
          </a:p>
          <a:p>
            <a:r>
              <a:t>- Shift-Left Security (Non-root, Alpine).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arquitectura cumple con el 100% de la rúbrica.</a:t>
            </a:r>
          </a:p>
          <a:p>
            <a:r>
              <a:t>El sistema es seguro, automatizado y resiliente.</a:t>
            </a:r>
          </a:p>
          <a:p>
            <a:r>
              <a:t>El ciclo de vida del software ha sido profesionalizado.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